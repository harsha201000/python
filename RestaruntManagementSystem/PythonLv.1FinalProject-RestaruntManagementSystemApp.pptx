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8" d="100"/>
          <a:sy n="88" d="100"/>
        </p:scale>
        <p:origin x="485" y="-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25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0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3/17/2024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49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810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653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7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0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6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3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5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75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python-programming-language-png/download/5024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67847" y="1391478"/>
            <a:ext cx="4578827" cy="416561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02296" y="1566412"/>
            <a:ext cx="4244110" cy="38404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6650490" y="1105100"/>
            <a:ext cx="4908132" cy="468844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5EA78-0AAC-8332-1EDA-6F1470853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0991" y="1929615"/>
            <a:ext cx="3459760" cy="2186393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300">
                <a:solidFill>
                  <a:schemeClr val="tx1">
                    <a:lumMod val="75000"/>
                    <a:lumOff val="25000"/>
                  </a:schemeClr>
                </a:solidFill>
              </a:rPr>
              <a:t>Python Class 47 &amp; 48 Final Project – Restaurant Management System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BBCED-185C-DCB5-71FD-B1B11606D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6166" y="4116008"/>
            <a:ext cx="2929408" cy="678633"/>
          </a:xfrm>
        </p:spPr>
        <p:txBody>
          <a:bodyPr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Harsha Malipeddi</a:t>
            </a:r>
          </a:p>
          <a:p>
            <a:pPr algn="ctr">
              <a:lnSpc>
                <a:spcPct val="12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Harsha.Malipeddi@gmail.com</a:t>
            </a:r>
          </a:p>
        </p:txBody>
      </p:sp>
      <p:pic>
        <p:nvPicPr>
          <p:cNvPr id="8" name="Picture 7" descr="A blue and yellow snake logo&#10;&#10;Description automatically generated">
            <a:extLst>
              <a:ext uri="{FF2B5EF4-FFF2-40B4-BE49-F238E27FC236}">
                <a16:creationId xmlns:a16="http://schemas.microsoft.com/office/drawing/2014/main" id="{51BD6C64-AF5D-5D77-9493-AC527897E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5829" y="640824"/>
            <a:ext cx="2246250" cy="2237510"/>
          </a:xfrm>
          <a:prstGeom prst="rect">
            <a:avLst/>
          </a:prstGeom>
        </p:spPr>
      </p:pic>
      <p:pic>
        <p:nvPicPr>
          <p:cNvPr id="6" name="Picture 5" descr="A logo with black text&#10;&#10;Description automatically generated">
            <a:extLst>
              <a:ext uri="{FF2B5EF4-FFF2-40B4-BE49-F238E27FC236}">
                <a16:creationId xmlns:a16="http://schemas.microsoft.com/office/drawing/2014/main" id="{148F1579-2D19-4429-0A71-426A3BFDF9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0" r="-1" b="6789"/>
          <a:stretch/>
        </p:blipFill>
        <p:spPr>
          <a:xfrm>
            <a:off x="1812393" y="3501725"/>
            <a:ext cx="3277815" cy="24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2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9F2E25F-B4E5-438F-D48E-18F57FDF7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88" y="643467"/>
            <a:ext cx="5669148" cy="5571066"/>
          </a:xfrm>
          <a:prstGeom prst="rect">
            <a:avLst/>
          </a:prstGeom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42E1F2C-480D-DD37-048F-E2B19AC1601E}"/>
              </a:ext>
            </a:extLst>
          </p:cNvPr>
          <p:cNvCxnSpPr>
            <a:cxnSpLocks/>
          </p:cNvCxnSpPr>
          <p:nvPr/>
        </p:nvCxnSpPr>
        <p:spPr>
          <a:xfrm flipH="1">
            <a:off x="4897024" y="565055"/>
            <a:ext cx="37269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2B4035B-3D42-A1DE-2C6D-B3916FBCBA5E}"/>
              </a:ext>
            </a:extLst>
          </p:cNvPr>
          <p:cNvSpPr txBox="1"/>
          <p:nvPr/>
        </p:nvSpPr>
        <p:spPr>
          <a:xfrm>
            <a:off x="5204713" y="341183"/>
            <a:ext cx="782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title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364B7CC-516F-D1B8-20DD-92331D86959E}"/>
              </a:ext>
            </a:extLst>
          </p:cNvPr>
          <p:cNvCxnSpPr>
            <a:cxnSpLocks/>
          </p:cNvCxnSpPr>
          <p:nvPr/>
        </p:nvCxnSpPr>
        <p:spPr>
          <a:xfrm>
            <a:off x="3185232" y="749721"/>
            <a:ext cx="319958" cy="91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E896C94-B441-001F-868F-E29B6AD407D6}"/>
              </a:ext>
            </a:extLst>
          </p:cNvPr>
          <p:cNvSpPr txBox="1"/>
          <p:nvPr/>
        </p:nvSpPr>
        <p:spPr>
          <a:xfrm>
            <a:off x="2337984" y="575403"/>
            <a:ext cx="1167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appicon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1892C44-4346-A4D0-8ED8-2024C6302EB0}"/>
              </a:ext>
            </a:extLst>
          </p:cNvPr>
          <p:cNvCxnSpPr>
            <a:cxnSpLocks/>
          </p:cNvCxnSpPr>
          <p:nvPr/>
        </p:nvCxnSpPr>
        <p:spPr>
          <a:xfrm flipH="1" flipV="1">
            <a:off x="7309531" y="1174419"/>
            <a:ext cx="447701" cy="16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4B7F7212-44A5-130D-FD93-BD6F1F8EB00B}"/>
              </a:ext>
            </a:extLst>
          </p:cNvPr>
          <p:cNvSpPr txBox="1"/>
          <p:nvPr/>
        </p:nvSpPr>
        <p:spPr>
          <a:xfrm>
            <a:off x="7715002" y="1231210"/>
            <a:ext cx="1220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header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D992F04-08BD-741A-96E3-D466C23854DE}"/>
              </a:ext>
            </a:extLst>
          </p:cNvPr>
          <p:cNvCxnSpPr>
            <a:cxnSpLocks/>
          </p:cNvCxnSpPr>
          <p:nvPr/>
        </p:nvCxnSpPr>
        <p:spPr>
          <a:xfrm flipH="1" flipV="1">
            <a:off x="7033513" y="1418357"/>
            <a:ext cx="308417" cy="120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8B1277A6-E526-5F17-2B0A-5EBA8E67E31A}"/>
              </a:ext>
            </a:extLst>
          </p:cNvPr>
          <p:cNvSpPr txBox="1"/>
          <p:nvPr/>
        </p:nvSpPr>
        <p:spPr>
          <a:xfrm>
            <a:off x="7309531" y="1418357"/>
            <a:ext cx="1824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datetime_label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486AEFC-042E-D2CC-5D24-F1D146B98001}"/>
              </a:ext>
            </a:extLst>
          </p:cNvPr>
          <p:cNvSpPr txBox="1"/>
          <p:nvPr/>
        </p:nvSpPr>
        <p:spPr>
          <a:xfrm>
            <a:off x="1884802" y="1418358"/>
            <a:ext cx="156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order_no_label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7197943-0872-CB9D-E48B-CC1169B6E544}"/>
              </a:ext>
            </a:extLst>
          </p:cNvPr>
          <p:cNvCxnSpPr>
            <a:cxnSpLocks/>
          </p:cNvCxnSpPr>
          <p:nvPr/>
        </p:nvCxnSpPr>
        <p:spPr>
          <a:xfrm>
            <a:off x="3345211" y="1574518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DEFD18BB-28A9-AA4E-6524-4F08331AACA3}"/>
              </a:ext>
            </a:extLst>
          </p:cNvPr>
          <p:cNvSpPr txBox="1"/>
          <p:nvPr/>
        </p:nvSpPr>
        <p:spPr>
          <a:xfrm>
            <a:off x="1773577" y="1660342"/>
            <a:ext cx="1652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fries_meal_label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B10473F-1196-2CE9-B185-0264BBF6F173}"/>
              </a:ext>
            </a:extLst>
          </p:cNvPr>
          <p:cNvCxnSpPr>
            <a:cxnSpLocks/>
          </p:cNvCxnSpPr>
          <p:nvPr/>
        </p:nvCxnSpPr>
        <p:spPr>
          <a:xfrm>
            <a:off x="3364010" y="1807688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4CC3EC78-5C53-878A-820A-E62290CAC869}"/>
              </a:ext>
            </a:extLst>
          </p:cNvPr>
          <p:cNvSpPr txBox="1"/>
          <p:nvPr/>
        </p:nvSpPr>
        <p:spPr>
          <a:xfrm>
            <a:off x="1645540" y="1906076"/>
            <a:ext cx="1718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lunch_meal_label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D5D5565-9D9E-DE52-57EC-4CC38F53D848}"/>
              </a:ext>
            </a:extLst>
          </p:cNvPr>
          <p:cNvCxnSpPr>
            <a:cxnSpLocks/>
          </p:cNvCxnSpPr>
          <p:nvPr/>
        </p:nvCxnSpPr>
        <p:spPr>
          <a:xfrm>
            <a:off x="3280277" y="2012092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FABC45B4-1CBB-7C55-92C3-8D88D698D779}"/>
              </a:ext>
            </a:extLst>
          </p:cNvPr>
          <p:cNvSpPr txBox="1"/>
          <p:nvPr/>
        </p:nvSpPr>
        <p:spPr>
          <a:xfrm>
            <a:off x="1516810" y="2147649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burger_meal_label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3D359A8-3185-F2E9-8A31-D30D6E652EE9}"/>
              </a:ext>
            </a:extLst>
          </p:cNvPr>
          <p:cNvCxnSpPr>
            <a:cxnSpLocks/>
          </p:cNvCxnSpPr>
          <p:nvPr/>
        </p:nvCxnSpPr>
        <p:spPr>
          <a:xfrm>
            <a:off x="3266473" y="2233189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784D861-9AB3-3FD5-7EC7-543DFA883A33}"/>
              </a:ext>
            </a:extLst>
          </p:cNvPr>
          <p:cNvCxnSpPr>
            <a:cxnSpLocks/>
          </p:cNvCxnSpPr>
          <p:nvPr/>
        </p:nvCxnSpPr>
        <p:spPr>
          <a:xfrm>
            <a:off x="3300456" y="2448841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B0EA385-25C2-AC22-43F6-0A8304A82F27}"/>
              </a:ext>
            </a:extLst>
          </p:cNvPr>
          <p:cNvSpPr txBox="1"/>
          <p:nvPr/>
        </p:nvSpPr>
        <p:spPr>
          <a:xfrm>
            <a:off x="1647928" y="2364689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pizza_meal_label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ED1F1E3-39E9-5EC6-4FC8-8F59CCCD4163}"/>
              </a:ext>
            </a:extLst>
          </p:cNvPr>
          <p:cNvCxnSpPr>
            <a:cxnSpLocks/>
          </p:cNvCxnSpPr>
          <p:nvPr/>
        </p:nvCxnSpPr>
        <p:spPr>
          <a:xfrm>
            <a:off x="3225390" y="2672466"/>
            <a:ext cx="459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F0F34F01-B718-A56F-8F39-6E356D80CD08}"/>
              </a:ext>
            </a:extLst>
          </p:cNvPr>
          <p:cNvSpPr txBox="1"/>
          <p:nvPr/>
        </p:nvSpPr>
        <p:spPr>
          <a:xfrm>
            <a:off x="1315870" y="2560043"/>
            <a:ext cx="202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cheese_burger_label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FC400EB-1BDA-CAFF-1623-35CB5DD7DBE6}"/>
              </a:ext>
            </a:extLst>
          </p:cNvPr>
          <p:cNvCxnSpPr>
            <a:cxnSpLocks/>
          </p:cNvCxnSpPr>
          <p:nvPr/>
        </p:nvCxnSpPr>
        <p:spPr>
          <a:xfrm flipV="1">
            <a:off x="2981551" y="2914048"/>
            <a:ext cx="962311" cy="5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C15F71D-EFD8-37B6-415B-72F592F6D92C}"/>
              </a:ext>
            </a:extLst>
          </p:cNvPr>
          <p:cNvSpPr txBox="1"/>
          <p:nvPr/>
        </p:nvSpPr>
        <p:spPr>
          <a:xfrm>
            <a:off x="1738883" y="2811744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drinks_label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2CFDFDA-6942-B6DF-37C3-5BDF30531698}"/>
              </a:ext>
            </a:extLst>
          </p:cNvPr>
          <p:cNvCxnSpPr>
            <a:cxnSpLocks/>
          </p:cNvCxnSpPr>
          <p:nvPr/>
        </p:nvCxnSpPr>
        <p:spPr>
          <a:xfrm flipV="1">
            <a:off x="2981551" y="3182809"/>
            <a:ext cx="947073" cy="130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E650D2EC-A597-6CAA-C268-BBE1169A37AC}"/>
              </a:ext>
            </a:extLst>
          </p:cNvPr>
          <p:cNvSpPr txBox="1"/>
          <p:nvPr/>
        </p:nvSpPr>
        <p:spPr>
          <a:xfrm>
            <a:off x="1765174" y="3166323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clear_button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988EE01-78EB-575D-BD62-7742A412F9BE}"/>
              </a:ext>
            </a:extLst>
          </p:cNvPr>
          <p:cNvSpPr txBox="1"/>
          <p:nvPr/>
        </p:nvSpPr>
        <p:spPr>
          <a:xfrm>
            <a:off x="1009940" y="3990182"/>
            <a:ext cx="2007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ordersummarylabel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4222252-CD30-9CB6-AF4D-0A3B63E6CFCC}"/>
              </a:ext>
            </a:extLst>
          </p:cNvPr>
          <p:cNvCxnSpPr>
            <a:cxnSpLocks/>
          </p:cNvCxnSpPr>
          <p:nvPr/>
        </p:nvCxnSpPr>
        <p:spPr>
          <a:xfrm flipV="1">
            <a:off x="2856844" y="4115768"/>
            <a:ext cx="619485" cy="31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E3EAE89-1725-893E-D26A-278A8088EF95}"/>
              </a:ext>
            </a:extLst>
          </p:cNvPr>
          <p:cNvCxnSpPr>
            <a:cxnSpLocks/>
          </p:cNvCxnSpPr>
          <p:nvPr/>
        </p:nvCxnSpPr>
        <p:spPr>
          <a:xfrm flipH="1" flipV="1">
            <a:off x="6781178" y="1549563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756435A6-F90F-0087-1350-33D78FE2917A}"/>
              </a:ext>
            </a:extLst>
          </p:cNvPr>
          <p:cNvSpPr txBox="1"/>
          <p:nvPr/>
        </p:nvSpPr>
        <p:spPr>
          <a:xfrm>
            <a:off x="7235421" y="1615790"/>
            <a:ext cx="156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order_no_entry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776C839-8F2A-D7BA-98F9-829395578843}"/>
              </a:ext>
            </a:extLst>
          </p:cNvPr>
          <p:cNvCxnSpPr>
            <a:cxnSpLocks/>
          </p:cNvCxnSpPr>
          <p:nvPr/>
        </p:nvCxnSpPr>
        <p:spPr>
          <a:xfrm flipH="1" flipV="1">
            <a:off x="6787396" y="1772443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923AED6-666C-B06D-810B-81C68BA81D3A}"/>
              </a:ext>
            </a:extLst>
          </p:cNvPr>
          <p:cNvCxnSpPr>
            <a:cxnSpLocks/>
          </p:cNvCxnSpPr>
          <p:nvPr/>
        </p:nvCxnSpPr>
        <p:spPr>
          <a:xfrm flipH="1" flipV="1">
            <a:off x="6781178" y="2012092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315DE2E-E27C-4A4D-6E9B-3B8138042674}"/>
              </a:ext>
            </a:extLst>
          </p:cNvPr>
          <p:cNvCxnSpPr>
            <a:cxnSpLocks/>
          </p:cNvCxnSpPr>
          <p:nvPr/>
        </p:nvCxnSpPr>
        <p:spPr>
          <a:xfrm flipH="1" flipV="1">
            <a:off x="6771252" y="2226992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77A01D8-1302-4088-FBF1-DA4FFA521434}"/>
              </a:ext>
            </a:extLst>
          </p:cNvPr>
          <p:cNvCxnSpPr>
            <a:cxnSpLocks/>
          </p:cNvCxnSpPr>
          <p:nvPr/>
        </p:nvCxnSpPr>
        <p:spPr>
          <a:xfrm flipH="1" flipV="1">
            <a:off x="6781177" y="2452120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5017B325-23CA-35A5-3073-6C38507DF761}"/>
              </a:ext>
            </a:extLst>
          </p:cNvPr>
          <p:cNvCxnSpPr>
            <a:cxnSpLocks/>
          </p:cNvCxnSpPr>
          <p:nvPr/>
        </p:nvCxnSpPr>
        <p:spPr>
          <a:xfrm flipH="1" flipV="1">
            <a:off x="6794425" y="2630066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A2F724A-5286-5F25-46BF-F697280251BE}"/>
              </a:ext>
            </a:extLst>
          </p:cNvPr>
          <p:cNvCxnSpPr>
            <a:cxnSpLocks/>
          </p:cNvCxnSpPr>
          <p:nvPr/>
        </p:nvCxnSpPr>
        <p:spPr>
          <a:xfrm flipH="1" flipV="1">
            <a:off x="6794425" y="2857139"/>
            <a:ext cx="470471" cy="20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8A75E370-10D3-18E7-9BC5-FD8C148692D0}"/>
              </a:ext>
            </a:extLst>
          </p:cNvPr>
          <p:cNvSpPr txBox="1"/>
          <p:nvPr/>
        </p:nvSpPr>
        <p:spPr>
          <a:xfrm>
            <a:off x="7220654" y="1834091"/>
            <a:ext cx="1684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fries_meal_entry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2D43D96-7D76-2F2F-2B01-8FB939823473}"/>
              </a:ext>
            </a:extLst>
          </p:cNvPr>
          <p:cNvSpPr txBox="1"/>
          <p:nvPr/>
        </p:nvSpPr>
        <p:spPr>
          <a:xfrm>
            <a:off x="7213643" y="2073103"/>
            <a:ext cx="175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lunch_meal_entry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74876EB-9BDC-13BF-54F4-C98D3156BD17}"/>
              </a:ext>
            </a:extLst>
          </p:cNvPr>
          <p:cNvSpPr txBox="1"/>
          <p:nvPr/>
        </p:nvSpPr>
        <p:spPr>
          <a:xfrm>
            <a:off x="7207258" y="2305403"/>
            <a:ext cx="1922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burger_meal_entry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25120E5-6A17-68EB-5CC8-C7BC4E89042B}"/>
              </a:ext>
            </a:extLst>
          </p:cNvPr>
          <p:cNvSpPr txBox="1"/>
          <p:nvPr/>
        </p:nvSpPr>
        <p:spPr>
          <a:xfrm>
            <a:off x="7213643" y="2530416"/>
            <a:ext cx="1778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pizza_meal_entry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A4980F7-4C61-23B5-56E9-3602173CC0E7}"/>
              </a:ext>
            </a:extLst>
          </p:cNvPr>
          <p:cNvSpPr txBox="1"/>
          <p:nvPr/>
        </p:nvSpPr>
        <p:spPr>
          <a:xfrm>
            <a:off x="7207257" y="2708362"/>
            <a:ext cx="2064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cheese_burger_entry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23D86B2-5E1D-75F8-F7C5-790B92301B0D}"/>
              </a:ext>
            </a:extLst>
          </p:cNvPr>
          <p:cNvSpPr txBox="1"/>
          <p:nvPr/>
        </p:nvSpPr>
        <p:spPr>
          <a:xfrm>
            <a:off x="7213642" y="2908140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drinks_meal_entry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7799307-C0A8-2B3F-756E-D116DE0C76F6}"/>
              </a:ext>
            </a:extLst>
          </p:cNvPr>
          <p:cNvSpPr txBox="1"/>
          <p:nvPr/>
        </p:nvSpPr>
        <p:spPr>
          <a:xfrm>
            <a:off x="7106930" y="3119199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submit_button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DCC75A5-4B31-4978-3543-3AEB8561E9DC}"/>
              </a:ext>
            </a:extLst>
          </p:cNvPr>
          <p:cNvCxnSpPr>
            <a:cxnSpLocks/>
          </p:cNvCxnSpPr>
          <p:nvPr/>
        </p:nvCxnSpPr>
        <p:spPr>
          <a:xfrm flipH="1" flipV="1">
            <a:off x="6607214" y="3100064"/>
            <a:ext cx="526185" cy="96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93C330D-A669-0691-5BD7-8501FDC31DFF}"/>
              </a:ext>
            </a:extLst>
          </p:cNvPr>
          <p:cNvCxnSpPr>
            <a:cxnSpLocks/>
          </p:cNvCxnSpPr>
          <p:nvPr/>
        </p:nvCxnSpPr>
        <p:spPr>
          <a:xfrm flipH="1" flipV="1">
            <a:off x="7106675" y="4038308"/>
            <a:ext cx="526185" cy="96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4A89D5FB-42AC-0917-EE3F-6D1B69FA985C}"/>
              </a:ext>
            </a:extLst>
          </p:cNvPr>
          <p:cNvSpPr txBox="1"/>
          <p:nvPr/>
        </p:nvSpPr>
        <p:spPr>
          <a:xfrm>
            <a:off x="7621761" y="3990182"/>
            <a:ext cx="182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listbox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ADDEEE5-FC5F-AD10-9C89-C7AB7C7B7F45}"/>
              </a:ext>
            </a:extLst>
          </p:cNvPr>
          <p:cNvSpPr txBox="1"/>
          <p:nvPr/>
        </p:nvSpPr>
        <p:spPr>
          <a:xfrm>
            <a:off x="1706116" y="61037"/>
            <a:ext cx="862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Restaurant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528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339E-A3F9-3555-B0D6-DE3AC6178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D9131-CE8F-0388-D966-99FEDE769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000" dirty="0"/>
              <a:t>Our GUI Restaurant Management App is designed to help restaurant owners manage their business efficiently. With an easy-to-use graphical interface, this app allows restaurant staff to handle various tasks seamlessly.</a:t>
            </a:r>
          </a:p>
          <a:p>
            <a:r>
              <a:rPr lang="en-US" sz="1000" dirty="0"/>
              <a:t>Key Features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Menu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Order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Table Reservation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Inventory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Billing and Payments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Employee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Customer Feedback</a:t>
            </a:r>
          </a:p>
          <a:p>
            <a:r>
              <a:rPr lang="en-US" sz="1000" dirty="0"/>
              <a:t>Our GUI Restaurant Management App aims to simplify restaurant operations, enhance customer satisfaction, and boost overall efficiency. Whether you run a small café or a fine dining establishment, this app is tailored to meet your restaurant management needs.</a:t>
            </a:r>
          </a:p>
        </p:txBody>
      </p:sp>
    </p:spTree>
    <p:extLst>
      <p:ext uri="{BB962C8B-B14F-4D97-AF65-F5344CB8AC3E}">
        <p14:creationId xmlns:p14="http://schemas.microsoft.com/office/powerpoint/2010/main" val="51043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2104-CF2B-01A1-0953-D46D284A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 Code</a:t>
            </a:r>
          </a:p>
        </p:txBody>
      </p:sp>
      <p:pic>
        <p:nvPicPr>
          <p:cNvPr id="5" name="Picture 4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EF2F21DF-E196-7773-1F3F-4F0DB1C47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425" y="2229313"/>
            <a:ext cx="4496190" cy="45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3845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RegularSeed_2SEEDS">
      <a:dk1>
        <a:srgbClr val="000000"/>
      </a:dk1>
      <a:lt1>
        <a:srgbClr val="FFFFFF"/>
      </a:lt1>
      <a:dk2>
        <a:srgbClr val="2A301B"/>
      </a:dk2>
      <a:lt2>
        <a:srgbClr val="F1F0F3"/>
      </a:lt2>
      <a:accent1>
        <a:srgbClr val="7EB020"/>
      </a:accent1>
      <a:accent2>
        <a:srgbClr val="ADA52B"/>
      </a:accent2>
      <a:accent3>
        <a:srgbClr val="4DB62E"/>
      </a:accent3>
      <a:accent4>
        <a:srgbClr val="258CC7"/>
      </a:accent4>
      <a:accent5>
        <a:srgbClr val="375AD9"/>
      </a:accent5>
      <a:accent6>
        <a:srgbClr val="5D41CF"/>
      </a:accent6>
      <a:hlink>
        <a:srgbClr val="6C3FBF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206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Meiryo</vt:lpstr>
      <vt:lpstr>Arial</vt:lpstr>
      <vt:lpstr>Corbel</vt:lpstr>
      <vt:lpstr>SketchLinesVTI</vt:lpstr>
      <vt:lpstr>Python Class 47 &amp; 48 Final Project – Restaurant Management System App</vt:lpstr>
      <vt:lpstr>PowerPoint Presentation</vt:lpstr>
      <vt:lpstr>App Description</vt:lpstr>
      <vt:lpstr>Step By Step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Class 47 &amp; 48 Final Project – Restaurant Management System App</dc:title>
  <dc:creator>Harsha Malipeddi</dc:creator>
  <cp:lastModifiedBy>Harsha Malipeddi</cp:lastModifiedBy>
  <cp:revision>2</cp:revision>
  <dcterms:created xsi:type="dcterms:W3CDTF">2024-03-17T16:11:31Z</dcterms:created>
  <dcterms:modified xsi:type="dcterms:W3CDTF">2024-03-17T17:34:53Z</dcterms:modified>
</cp:coreProperties>
</file>